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027E-A9EC-12E3-971B-0EF34E45C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D4604-FBDA-D20F-26D0-A79A5417E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EB393-0937-185C-BFDE-D2BCB2EE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C7213-F1F2-B504-058E-CA8C702A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1E396-51E8-CD0A-00E5-657F514D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4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E060-1B61-20B3-E919-76E27E796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AD79F-479F-7EFB-347E-19C1A655D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53CB5-899A-2069-C230-DFDF6589F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2EE82-558A-9AF6-4925-68CFAB95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45E0-A4EB-AD4E-0F97-EFD49DA6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7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D7BF-259F-5F7A-8234-2E10B44E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9D4D5-17FF-77AA-64E0-8A86ED90E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61385-A5A9-9534-C471-BFCE8F3C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96281-F03C-F5D7-F671-D7A77A27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CE6BC-80D6-D5EA-B0DF-312A365E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5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D5E9D-F085-9EDF-B2E1-2ED6C7AFC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E99B4-3AB5-6365-37A2-9A3224561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0957D-C945-9C34-A34D-EC35895A5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F8945-9168-E536-B198-03C515E1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31512-E906-36B9-0E62-A8FA0BCF9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3C349-2AB8-7E47-3241-04AA0559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41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AD1C-1151-C0E5-7B53-4D25B482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E6BC1-6A06-719F-5CB4-FBC42B16C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7BB2-C8DD-372D-D254-ECEA8DB12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6C771-7010-48A9-B950-B02F4471CE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CF9C1E-6D1D-740B-B1B8-05DEF1A87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A27DC-8BA9-C588-64AD-BE947FA6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1B6AD-E4F0-927E-FD61-B2452133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42427A-CE50-E232-A1C4-8A5EE448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8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78A7-AC7C-CFE9-49A9-A0025F0F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E5580-818A-BB74-16D0-5D43F1E24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14EFF-CCBF-A737-B4F6-7783F8C1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A2C13-991C-6A2F-28BB-FE9AA575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8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2DB57-832C-092E-051C-466C67B4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3E549-8E16-2859-2EBC-1EEC49D7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BAC0B-D6D7-A5F6-0AD6-2B78243F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3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3864-DE71-89F4-20E0-C687CF4D2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C8B6A-DCC2-2DCD-1F11-260420B52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B2D4C-5620-797F-6471-4B33480D6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3757F-A27B-89DF-C88E-B34C3E4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71482-1109-EC65-C1B3-C489E67C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79745-9011-2463-1951-7F615986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6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4068-B30F-B0CA-3948-B94B478B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31C3F-2AD3-99A5-5EE6-2EC990916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67222-C0E9-C5F5-CF91-FA2DFD914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04BF4-A82C-4BFE-2975-6FC8761E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F03D6-29C3-C111-2D9C-3472EFCEB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20E7A-7E90-2EC8-DBD7-D0D174AD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8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D59A-5299-245E-D76B-F799E626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66D6A-D297-275A-BCA5-DE040834F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B4027-F5EF-3C49-18AB-9193EDB3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0FDD4-9984-0CCB-3168-802CDC97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C967F-9C77-6BD2-94E5-DAF6B04F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45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207EA-854C-ECAC-DA30-1CAAE86D4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70BD4-3609-A652-101B-A74FF4741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F0395-F3CB-2F76-A10E-6CD9CB4B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20A15-912F-0E58-8FA3-64D317F3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EB624-5B9B-17B7-CE5B-FF545072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6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7DE51-A4CA-9ADF-78DD-3CB33CFEA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D6B15-0FD2-DF70-C1CF-0155448F0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DF4D6-2B0D-1A6D-D249-1CAD9F00D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8636A-BF4E-42A5-A09D-E34D43747545}" type="datetimeFigureOut">
              <a:rPr lang="en-US" smtClean="0"/>
              <a:t>09/10/2026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5911-499A-542C-35F3-81BA5EFC2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CFEA0-BD1B-7D73-9B8F-7407FC084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DB564-6DDF-4E87-841D-A2763904B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0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B8E8-120A-4B1C-5400-384F42D978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OpenBIS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E9383-B8CD-1E77-0348-26859E4774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4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FD4C-BE8F-B801-1908-5BAE1435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is time to record your Gin procedure!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93BC1-64E2-DF94-1421-BEEF59FE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Enter into your OpenBIS, and open your “The Gin Making Space”. </a:t>
            </a:r>
          </a:p>
          <a:p>
            <a:pPr marL="514350" indent="-514350">
              <a:buAutoNum type="arabicPeriod"/>
            </a:pPr>
            <a:r>
              <a:rPr lang="en-US" dirty="0"/>
              <a:t>Enter the following 3 ingredients in the “Ingredients” Project (make sure to add your initials to the ingredient you add):</a:t>
            </a:r>
          </a:p>
          <a:p>
            <a:pPr marL="971550" lvl="1" indent="-514350">
              <a:buAutoNum type="arabicPeriod"/>
            </a:pPr>
            <a:r>
              <a:rPr lang="en-US" dirty="0"/>
              <a:t>Grain Spirit</a:t>
            </a:r>
          </a:p>
          <a:p>
            <a:pPr marL="971550" lvl="1" indent="-514350">
              <a:buAutoNum type="arabicPeriod"/>
            </a:pPr>
            <a:r>
              <a:rPr lang="en-US" dirty="0"/>
              <a:t>Orange Peel</a:t>
            </a:r>
          </a:p>
          <a:p>
            <a:pPr marL="971550" lvl="1" indent="-514350">
              <a:buAutoNum type="arabicPeriod"/>
            </a:pPr>
            <a:r>
              <a:rPr lang="en-US" dirty="0"/>
              <a:t>Coriander Seeds</a:t>
            </a:r>
          </a:p>
          <a:p>
            <a:pPr marL="514350" indent="-514350">
              <a:buAutoNum type="arabicPeriod"/>
            </a:pPr>
            <a:r>
              <a:rPr lang="en-US" dirty="0"/>
              <a:t>Connect your respective protocol to the objects created!</a:t>
            </a:r>
          </a:p>
          <a:p>
            <a:pPr marL="514350" indent="-514350">
              <a:buAutoNum type="arabicPeriod"/>
            </a:pPr>
            <a:r>
              <a:rPr lang="en-US" dirty="0"/>
              <a:t>Create a fancy name for your gin and connect the required protocol and ingredients!</a:t>
            </a:r>
          </a:p>
        </p:txBody>
      </p:sp>
    </p:spTree>
    <p:extLst>
      <p:ext uri="{BB962C8B-B14F-4D97-AF65-F5344CB8AC3E}">
        <p14:creationId xmlns:p14="http://schemas.microsoft.com/office/powerpoint/2010/main" val="2833767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OpenBIS</vt:lpstr>
      <vt:lpstr>It is time to record your Gin procedure!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Vivas Glaser  Dan</dc:creator>
  <cp:lastModifiedBy>Vivas Glaser  Dan</cp:lastModifiedBy>
  <cp:revision>1</cp:revision>
  <dcterms:created xsi:type="dcterms:W3CDTF">2026-09-10T15:34:36Z</dcterms:created>
  <dcterms:modified xsi:type="dcterms:W3CDTF">2026-09-10T17:36:51Z</dcterms:modified>
</cp:coreProperties>
</file>